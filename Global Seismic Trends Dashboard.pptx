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e88d6e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e88d6e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e88d6e5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e88d6e5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e88d6e5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e88d6e5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e88d6e5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ce88d6e5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e88d6e5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e88d6e5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e88d6e5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e88d6e5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ce88d6e5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ce88d6e5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e88d6e5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e88d6e5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e88d6e5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e88d6e5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e88d6e5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ce88d6e5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62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280475"/>
            <a:ext cx="8520600" cy="23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517" b="1">
                <a:solidFill>
                  <a:schemeClr val="dk1"/>
                </a:solidFill>
              </a:rPr>
              <a:t>Goal:</a:t>
            </a:r>
            <a:br>
              <a:rPr lang="en" sz="1517" b="1">
                <a:solidFill>
                  <a:schemeClr val="dk1"/>
                </a:solidFill>
              </a:rPr>
            </a:br>
            <a:r>
              <a:rPr lang="en" sz="1517">
                <a:solidFill>
                  <a:schemeClr val="dk1"/>
                </a:solidFill>
              </a:rPr>
              <a:t> Build a data pipeline and visualization dashboard to analyze global earthquake trends.</a:t>
            </a:r>
            <a:endParaRPr sz="1517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517" b="1">
                <a:solidFill>
                  <a:schemeClr val="dk1"/>
                </a:solidFill>
              </a:rPr>
              <a:t>Components:</a:t>
            </a:r>
            <a:endParaRPr sz="1517" b="1">
              <a:solidFill>
                <a:schemeClr val="dk1"/>
              </a:solidFill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en" sz="1517" b="1">
                <a:solidFill>
                  <a:schemeClr val="dk1"/>
                </a:solidFill>
              </a:rPr>
              <a:t>SQL:</a:t>
            </a:r>
            <a:r>
              <a:rPr lang="en" sz="1517">
                <a:solidFill>
                  <a:schemeClr val="dk1"/>
                </a:solidFill>
              </a:rPr>
              <a:t> Data querying &amp; analytics</a:t>
            </a:r>
            <a:br>
              <a:rPr lang="en" sz="1517">
                <a:solidFill>
                  <a:schemeClr val="dk1"/>
                </a:solidFill>
              </a:rPr>
            </a:br>
            <a:endParaRPr sz="1517">
              <a:solidFill>
                <a:schemeClr val="dk1"/>
              </a:solidFill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en" sz="1517" b="1">
                <a:solidFill>
                  <a:schemeClr val="dk1"/>
                </a:solidFill>
              </a:rPr>
              <a:t>Python:</a:t>
            </a:r>
            <a:r>
              <a:rPr lang="en" sz="1517">
                <a:solidFill>
                  <a:schemeClr val="dk1"/>
                </a:solidFill>
              </a:rPr>
              <a:t> Data ingestion &amp; DB load</a:t>
            </a:r>
            <a:br>
              <a:rPr lang="en" sz="1517">
                <a:solidFill>
                  <a:schemeClr val="dk1"/>
                </a:solidFill>
              </a:rPr>
            </a:br>
            <a:endParaRPr sz="1517">
              <a:solidFill>
                <a:schemeClr val="dk1"/>
              </a:solidFill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lang="en" sz="1517" b="1">
                <a:solidFill>
                  <a:schemeClr val="dk1"/>
                </a:solidFill>
              </a:rPr>
              <a:t>Streamlit:</a:t>
            </a:r>
            <a:r>
              <a:rPr lang="en" sz="1517">
                <a:solidFill>
                  <a:schemeClr val="dk1"/>
                </a:solidFill>
              </a:rPr>
              <a:t> Interactive dashboard + visualizations</a:t>
            </a:r>
            <a:br>
              <a:rPr lang="en" sz="1517">
                <a:solidFill>
                  <a:schemeClr val="dk1"/>
                </a:solidFill>
              </a:rPr>
            </a:br>
            <a:endParaRPr sz="1517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329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929" b="1"/>
              <a:t>                                   Data Ingestion (Python)</a:t>
            </a:r>
            <a:endParaRPr sz="1929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920"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Loaded earthquake CSV (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earthquakes_master.csv</a:t>
            </a:r>
            <a:r>
              <a:rPr lang="en" sz="1700">
                <a:solidFill>
                  <a:schemeClr val="dk1"/>
                </a:solidFill>
              </a:rPr>
              <a:t>) using pandas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Created MySQL database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seismic_db</a:t>
            </a:r>
            <a:b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Loaded data into MySQL table </a:t>
            </a:r>
            <a: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earthquakes</a:t>
            </a:r>
            <a:br>
              <a:rPr lang="en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Handled DB connections using SQLAlchemy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SQL Queries Overview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Category:</a:t>
            </a:r>
            <a:r>
              <a:rPr lang="en" sz="1700">
                <a:solidFill>
                  <a:schemeClr val="dk1"/>
                </a:solidFill>
              </a:rPr>
              <a:t> Descriptive and analytical queries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Strength &amp; depth ranking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Time-based aggregations (year, month, hour)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Grouped statistics (country, magnitude type)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Tsunami occurrences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Shallow vs deep comparison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Key Analytical Insights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Top 10 Strongest Earthquakes:</a:t>
            </a:r>
            <a:br>
              <a:rPr lang="en" sz="2000" b="1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 Ordered by magnitude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Deepest Earthquakes:</a:t>
            </a:r>
            <a:br>
              <a:rPr lang="en" sz="2000" b="1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 Ordered by depth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Strong &amp; Shallow Events (mag &gt;7.5, depth &lt;50km)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Most Active Country / Network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Temporal Trends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Time-Based Findings: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Year with most earthquakes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Month with highest activity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Day-of-week and Hour-of-day distribution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Grouped Insights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By Country: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depth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Strong earthquake frequency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Shallow vs deep ratio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By magType: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Average magnitude per magType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chemeClr val="dk1"/>
                </a:solidFill>
              </a:rPr>
              <a:t>Reviewed vs Automatic events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Streamlit Dashboard</a:t>
            </a:r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✔ Year range selector (2019–2024)</a:t>
            </a:r>
            <a:endParaRPr sz="2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✔ Line chart — Earthquakes per Year</a:t>
            </a:r>
            <a:endParaRPr sz="2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✔ Pie chart — Depth distribution</a:t>
            </a:r>
            <a:endParaRPr sz="2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/>
              <a:t>✔ Table — Top 10 strongest quakes</a:t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 Visualizations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</a:rPr>
              <a:t>Planned Charts (as shown in Dashboard):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Line Plot:</a:t>
            </a:r>
            <a:r>
              <a:rPr lang="en" sz="2100">
                <a:solidFill>
                  <a:schemeClr val="dk1"/>
                </a:solidFill>
              </a:rPr>
              <a:t> Earthquake frequency over years</a:t>
            </a:r>
            <a:br>
              <a:rPr lang="e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Pie Chart:</a:t>
            </a:r>
            <a:r>
              <a:rPr lang="en" sz="2100">
                <a:solidFill>
                  <a:schemeClr val="dk1"/>
                </a:solidFill>
              </a:rPr>
              <a:t> Depth category distribution</a:t>
            </a:r>
            <a:br>
              <a:rPr lang="e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Data Table:</a:t>
            </a:r>
            <a:r>
              <a:rPr lang="en" sz="2100">
                <a:solidFill>
                  <a:schemeClr val="dk1"/>
                </a:solidFill>
              </a:rPr>
              <a:t> Top events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Conclusions</a:t>
            </a:r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Highlights: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✔ Strong global seismic patterns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✔ Shallow quakes dominate counts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✔ Temporal trends detectable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✔ Geography shows variability in depth/magnitude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Next Steps: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Add geospatial mapping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520"/>
              <a:t>Interactive filters by magnitude thresholds</a:t>
            </a:r>
            <a:endParaRPr sz="152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1520"/>
              <a:t>Real-time data updates</a:t>
            </a:r>
            <a:endParaRPr sz="15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Code &amp; Repo</a:t>
            </a:r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SQL Queries: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earthquake_analysis.sql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Python Script:</a:t>
            </a:r>
            <a:r>
              <a:rPr lang="en" dirty="0">
                <a:solidFill>
                  <a:schemeClr val="dk1"/>
                </a:solidFill>
              </a:rPr>
              <a:t> Project_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load_earthquakes.py</a:t>
            </a:r>
            <a:endParaRPr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Dashboard: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app.py (Streamlit)</a:t>
            </a:r>
            <a:endParaRPr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                                 Thank you!</a:t>
            </a:r>
            <a:endParaRPr sz="2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                            RAMACHANDRAN</a:t>
            </a:r>
            <a:endParaRPr sz="2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On-screen Show 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Roboto Mono</vt:lpstr>
      <vt:lpstr>Arial</vt:lpstr>
      <vt:lpstr>Simple Light</vt:lpstr>
      <vt:lpstr>Project Overview</vt:lpstr>
      <vt:lpstr>                                   Data Ingestion (Python) </vt:lpstr>
      <vt:lpstr>                      SQL Queries Overview</vt:lpstr>
      <vt:lpstr>                      Key Analytical Insights</vt:lpstr>
      <vt:lpstr>                             Temporal Trends</vt:lpstr>
      <vt:lpstr>                              Grouped Insights</vt:lpstr>
      <vt:lpstr>                         Streamlit Dashboard</vt:lpstr>
      <vt:lpstr>                                 Visualizations</vt:lpstr>
      <vt:lpstr>                              Conclusions</vt:lpstr>
      <vt:lpstr>                                Code &amp; Repo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rama Chandran</cp:lastModifiedBy>
  <cp:revision>2</cp:revision>
  <dcterms:modified xsi:type="dcterms:W3CDTF">2026-02-04T01:18:32Z</dcterms:modified>
</cp:coreProperties>
</file>